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7C353-DCA8-4159-A3E1-9C1368966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4F179C-AEE1-4693-A4EE-AFC983AD9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A40F4-0589-4FF8-AD80-787D3201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5A5B27-5201-4D4A-A249-C9FA6F57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25A77E-8598-466C-A3C6-FFE580C1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21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5778A-1A30-4429-AC92-5DFE749C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413758-F555-4557-8A2F-84D098287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488CFA-2A0E-4425-B648-86386B7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A387AB-971D-4B9F-830C-A966ACCE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03139F-FCC2-433B-BDF4-AFAD1899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62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DC35D-5C33-4A53-8CCE-CBF6E29A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E49A2B-91BB-414F-8E8F-BBBDCE488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14F409-4A4F-481C-96EA-75C3A984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167821-86A2-436C-9245-094EB3FE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A7B81-46A3-44DA-99C6-8154D611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1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FAE4F-E014-4348-9C1C-DD86970A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2EF86-27AF-4F97-BF5A-5CFD27E94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ED9972-561A-4EE1-8938-5FA9D00EA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51AABF-7C6D-4C4D-8AC4-509E1373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A5439C-E151-4313-80E9-27C8A834E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4A96B4-1168-4AA0-927A-C6929BA5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345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1D7CB-FFC1-4CF3-BDD5-D3AEA96E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F9723E-1ED7-4A53-B44E-963640DBE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3AB177-112C-4D7F-AF75-E619DC779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C17FBE-D2F4-4546-A1C9-A7115F01A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4F4DB2-5FEF-4B3D-BCB5-C99426446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6E8B77-8CE6-4A2C-B151-56E0E95D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2E222A-027C-4E19-A33B-55A0C3A0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8EE85E-41D9-4334-B56C-A2F437D9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19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B5A4C-B448-4C96-B7CD-BE5A6160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BE0B0C-2309-4C59-991F-CFA4295B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CCFC78-1026-430C-8507-C3F5C134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C14A79-84DC-45E8-B62C-F0F949D6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3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D13FEA-F39F-4044-84F7-01496DAA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C6A64D-7D23-4BA4-91AB-21D0C8EB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EB1601-D636-49D0-A394-3635D96B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69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F6CBC-1CC5-42D1-A792-48098418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FEE3D-297E-43E3-AB4E-49032BEC2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5625E8-F816-4F10-B66D-E77CDCC4F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99ED53-7A1D-428B-8C13-A9FF2E9D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421D22-A86C-4A29-BA31-0EC1E894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AC1AF1-B698-444E-BA36-04160487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77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8655F-E434-4085-A02D-15E26A84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7739E9-F721-47C6-A1B4-8F6FAA46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694573-7B2A-4BA1-89B5-339105D6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85BBA3-F143-455A-B94F-CE6196B8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E75D15-CCC2-49B7-BC92-4860E3CD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84EFF3-68B1-4858-A724-E3DA00A9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00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6FDAC-85B7-4554-AC8C-A27A24EC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6EDA9E-31BC-45F3-A3CA-00F8F57D8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CD18C-39DE-4C91-A01E-58A8312D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9ABB2-76EC-4900-95AE-389C67DAB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0317-55D0-4B28-B3B3-C564D3D8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60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4F6E0A-1BB9-4DAA-99A0-A3A61BAE3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30FF99-9BB1-4076-BCF3-384A54DBE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45BC2D-92B5-41C3-A131-87C19EE5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571FD-2378-4AA3-BBBB-1616E2B9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F2EABE-C342-4ADE-8265-76CA3761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96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35AE4D-8156-4588-9308-68F85028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E0314B-5F8E-40E3-8A35-D75D8C06B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DACBBB-86D1-4780-8CEB-5693B4139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30725-3866-4FAC-8D62-61F8E508497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ED8BEA-0E40-4623-AE87-8E1CF034A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562DF7-D65D-4CE8-8BA1-76ADC0A36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3A138-0950-40F2-B6E4-C43FE6841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45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DC014-2D96-467D-9E26-2225E0170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8753" y="1424537"/>
            <a:ext cx="9144000" cy="920767"/>
          </a:xfrm>
        </p:spPr>
        <p:txBody>
          <a:bodyPr/>
          <a:lstStyle/>
          <a:p>
            <a:r>
              <a:rPr lang="pt-BR" dirty="0"/>
              <a:t>Ficha Técnica Portas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164A6B-8A87-458C-9FBB-11022BFE6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8753" y="2271562"/>
            <a:ext cx="9144000" cy="577516"/>
          </a:xfrm>
        </p:spPr>
        <p:txBody>
          <a:bodyPr/>
          <a:lstStyle/>
          <a:p>
            <a:r>
              <a:rPr lang="pt-BR" dirty="0" err="1"/>
              <a:t>Portábelly</a:t>
            </a:r>
            <a:r>
              <a:rPr lang="pt-BR" dirty="0"/>
              <a:t> Industria De Portas LTDA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4E353A-889E-4333-9042-554AF6469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32" y="2849078"/>
            <a:ext cx="4447041" cy="224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4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2ADD5-33E1-4979-92EE-4EF6CD40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432502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Ficha técnica Kit BELLYPLAC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1A4239-D7B7-4AF9-95E5-3F3F23944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68" y="145986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Kits – No Kit contém os seguintes itens: batente, guarnição, furação reversível ou temos a opção de lado direito e esquerdo.</a:t>
            </a:r>
          </a:p>
          <a:p>
            <a:r>
              <a:rPr lang="pt-BR" sz="2400" dirty="0"/>
              <a:t>Batentes: 100% em HDF ultra, tendo no branco recoberto com pet e no mogno, imbuia, angelim recoberto com papel melamínico.</a:t>
            </a:r>
          </a:p>
          <a:p>
            <a:r>
              <a:rPr lang="pt-BR" sz="2400" dirty="0"/>
              <a:t>Guarnição: 100% em HDF ultra, 7cm de largura, tendo no branco recoberto em pet e no mogno, angelim, imbuia com papel melamínico.</a:t>
            </a:r>
          </a:p>
          <a:p>
            <a:r>
              <a:rPr lang="pt-BR" sz="2400" dirty="0"/>
              <a:t>As guarnições terá a regulagem de 0,50 para um dos lados e 3cm para o outro lado. </a:t>
            </a:r>
          </a:p>
          <a:p>
            <a:r>
              <a:rPr lang="pt-BR" sz="2400" dirty="0"/>
              <a:t>A folha em HDF 3mm com enchimento em colmeia branco laca e branco fosco UV, imbuia, mogno, angelim em pintura UV BELLYPLAC.</a:t>
            </a:r>
          </a:p>
          <a:p>
            <a:r>
              <a:rPr lang="pt-BR" sz="2400" dirty="0"/>
              <a:t>Kit Porta pronta reversível ou com opção de lado direito/esquerdo, com jogos de dobradiças invisível, a porta já irá com o furo frontal e sem fechadura.</a:t>
            </a:r>
          </a:p>
        </p:txBody>
      </p:sp>
    </p:spTree>
    <p:extLst>
      <p:ext uri="{BB962C8B-B14F-4D97-AF65-F5344CB8AC3E}">
        <p14:creationId xmlns:p14="http://schemas.microsoft.com/office/powerpoint/2010/main" val="49902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B75B2E8-C002-4CE9-A69E-FA14204A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7" y="316999"/>
            <a:ext cx="10515600" cy="1104365"/>
          </a:xfrm>
        </p:spPr>
        <p:txBody>
          <a:bodyPr>
            <a:normAutofit/>
          </a:bodyPr>
          <a:lstStyle/>
          <a:p>
            <a:r>
              <a:rPr lang="pt-BR" sz="3600" dirty="0"/>
              <a:t>Ficha técnica Kit BELLYPLAC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A4A6DE3-3A6F-4475-A8D3-87158690E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67" y="1142232"/>
            <a:ext cx="10515600" cy="274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Os batentes e guarnições foram desenvolvidos para reduzir ou eliminar os riscos de problemas com umidade. Deis que seja seguido as recomendações de uso do produto.</a:t>
            </a:r>
          </a:p>
          <a:p>
            <a:pPr>
              <a:buFontTx/>
              <a:buChar char="-"/>
            </a:pPr>
            <a:r>
              <a:rPr lang="pt-BR" sz="1400" dirty="0"/>
              <a:t>QUALIDADE GARANTIDA.</a:t>
            </a:r>
          </a:p>
          <a:p>
            <a:pPr>
              <a:buFontTx/>
              <a:buChar char="-"/>
            </a:pPr>
            <a:r>
              <a:rPr lang="pt-BR" sz="1400" dirty="0"/>
              <a:t>FÁCIL DE LIMPAR E MANTER.</a:t>
            </a:r>
          </a:p>
          <a:p>
            <a:pPr>
              <a:buFontTx/>
              <a:buChar char="-"/>
            </a:pPr>
            <a:r>
              <a:rPr lang="pt-BR" sz="1400" dirty="0"/>
              <a:t>NÃO AMARELA COM O TEMPO.</a:t>
            </a:r>
          </a:p>
          <a:p>
            <a:pPr>
              <a:buFontTx/>
              <a:buChar char="-"/>
            </a:pPr>
            <a:r>
              <a:rPr lang="pt-BR" sz="1400" dirty="0"/>
              <a:t>MAIOR RESISTÊNCIA A UMIDADE</a:t>
            </a:r>
          </a:p>
          <a:p>
            <a:pPr>
              <a:buFontTx/>
              <a:buChar char="-"/>
            </a:pPr>
            <a:r>
              <a:rPr lang="pt-BR" sz="1400" dirty="0"/>
              <a:t>ECOLOGICAMENTE CORRETO.</a:t>
            </a:r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4143E424-7AC4-4F62-9B7D-F4242F8B6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711838"/>
              </p:ext>
            </p:extLst>
          </p:nvPr>
        </p:nvGraphicFramePr>
        <p:xfrm>
          <a:off x="559067" y="3888607"/>
          <a:ext cx="4908081" cy="2560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36027">
                  <a:extLst>
                    <a:ext uri="{9D8B030D-6E8A-4147-A177-3AD203B41FA5}">
                      <a16:colId xmlns:a16="http://schemas.microsoft.com/office/drawing/2014/main" val="3753997784"/>
                    </a:ext>
                  </a:extLst>
                </a:gridCol>
                <a:gridCol w="1636027">
                  <a:extLst>
                    <a:ext uri="{9D8B030D-6E8A-4147-A177-3AD203B41FA5}">
                      <a16:colId xmlns:a16="http://schemas.microsoft.com/office/drawing/2014/main" val="1153258245"/>
                    </a:ext>
                  </a:extLst>
                </a:gridCol>
                <a:gridCol w="1636027">
                  <a:extLst>
                    <a:ext uri="{9D8B030D-6E8A-4147-A177-3AD203B41FA5}">
                      <a16:colId xmlns:a16="http://schemas.microsoft.com/office/drawing/2014/main" val="3919270967"/>
                    </a:ext>
                  </a:extLst>
                </a:gridCol>
              </a:tblGrid>
              <a:tr h="305297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BATENTES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2396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Altura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Largura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Espessura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219197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2150mm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90mm   (12cm)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4350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2150mm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110mm (14cm)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3412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2150mm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140mm (17cm)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4925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2150mm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170mm (20cm)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24612"/>
                  </a:ext>
                </a:extLst>
              </a:tr>
              <a:tr h="30529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Medidas especiais sob consulta.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686148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C33CD75-11F8-4FC7-8656-55BCE8B36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69540"/>
              </p:ext>
            </p:extLst>
          </p:nvPr>
        </p:nvGraphicFramePr>
        <p:xfrm>
          <a:off x="5581850" y="3888607"/>
          <a:ext cx="4908081" cy="146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36027">
                  <a:extLst>
                    <a:ext uri="{9D8B030D-6E8A-4147-A177-3AD203B41FA5}">
                      <a16:colId xmlns:a16="http://schemas.microsoft.com/office/drawing/2014/main" val="3753997784"/>
                    </a:ext>
                  </a:extLst>
                </a:gridCol>
                <a:gridCol w="1636027">
                  <a:extLst>
                    <a:ext uri="{9D8B030D-6E8A-4147-A177-3AD203B41FA5}">
                      <a16:colId xmlns:a16="http://schemas.microsoft.com/office/drawing/2014/main" val="1153258245"/>
                    </a:ext>
                  </a:extLst>
                </a:gridCol>
                <a:gridCol w="1636027">
                  <a:extLst>
                    <a:ext uri="{9D8B030D-6E8A-4147-A177-3AD203B41FA5}">
                      <a16:colId xmlns:a16="http://schemas.microsoft.com/office/drawing/2014/main" val="3919270967"/>
                    </a:ext>
                  </a:extLst>
                </a:gridCol>
              </a:tblGrid>
              <a:tr h="305297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GUARNIÇÕES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2396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Altura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Largura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Espessura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219197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4350"/>
                  </a:ext>
                </a:extLst>
              </a:tr>
              <a:tr h="305297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Medidas especiais sob consulta.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3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35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0CE431A-ABFE-4522-9CE2-3EE8637A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41" y="365125"/>
            <a:ext cx="8796688" cy="943911"/>
          </a:xfrm>
        </p:spPr>
        <p:txBody>
          <a:bodyPr>
            <a:normAutofit/>
          </a:bodyPr>
          <a:lstStyle/>
          <a:p>
            <a:r>
              <a:rPr lang="pt-BR" sz="3600" dirty="0"/>
              <a:t>Ficha técnica BELLYPLAC e BELLYPLAC FRISADA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1B8253CA-D83C-4F46-B496-55A7BBAA4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41" y="1309036"/>
            <a:ext cx="8209547" cy="2791326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Quadro em Pinus.</a:t>
            </a:r>
          </a:p>
          <a:p>
            <a:r>
              <a:rPr lang="pt-BR" sz="2400" dirty="0"/>
              <a:t>Enchimento interno nas opções de colmeia, sarrafo ou sólida.</a:t>
            </a:r>
          </a:p>
          <a:p>
            <a:r>
              <a:rPr lang="pt-BR" sz="2400" dirty="0"/>
              <a:t>Chapa em HDF com pintura UV BELLYPLAC em branco, mogno, angelim e imbuia.</a:t>
            </a:r>
          </a:p>
          <a:p>
            <a:r>
              <a:rPr lang="pt-BR" sz="2400" dirty="0"/>
              <a:t>Contém fita de borda e embalagem.</a:t>
            </a:r>
          </a:p>
          <a:p>
            <a:r>
              <a:rPr lang="pt-BR" sz="2400" dirty="0"/>
              <a:t>Todas as Portas frisadas com chapa HDF e pintura UV BELLYPLAC : mogno, angelim e imbuia.</a:t>
            </a:r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E7BAC909-1192-4157-BAF7-ABD4E11C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31892"/>
              </p:ext>
            </p:extLst>
          </p:nvPr>
        </p:nvGraphicFramePr>
        <p:xfrm>
          <a:off x="510941" y="4100362"/>
          <a:ext cx="9143199" cy="2560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7733">
                  <a:extLst>
                    <a:ext uri="{9D8B030D-6E8A-4147-A177-3AD203B41FA5}">
                      <a16:colId xmlns:a16="http://schemas.microsoft.com/office/drawing/2014/main" val="3753997784"/>
                    </a:ext>
                  </a:extLst>
                </a:gridCol>
                <a:gridCol w="3047733">
                  <a:extLst>
                    <a:ext uri="{9D8B030D-6E8A-4147-A177-3AD203B41FA5}">
                      <a16:colId xmlns:a16="http://schemas.microsoft.com/office/drawing/2014/main" val="1153258245"/>
                    </a:ext>
                  </a:extLst>
                </a:gridCol>
                <a:gridCol w="3047733">
                  <a:extLst>
                    <a:ext uri="{9D8B030D-6E8A-4147-A177-3AD203B41FA5}">
                      <a16:colId xmlns:a16="http://schemas.microsoft.com/office/drawing/2014/main" val="3919270967"/>
                    </a:ext>
                  </a:extLst>
                </a:gridCol>
              </a:tblGrid>
              <a:tr h="305297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FOLHAS DE PORTAS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2396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Altura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Largura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Espessura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219197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600/620mm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4350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700/720mm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3412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800/820mm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4925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900/920mm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24612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2100mm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410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8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C79190-832D-47B6-9EBF-5EBDD1182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43789"/>
            <a:ext cx="4922020" cy="541421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0154E77-9A03-460F-A4C3-CF6744BA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82" y="288758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Ficha técnica Porta Frisada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65B7620E-B1F5-4CEF-9E08-5CFE03756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8247" y="1936657"/>
            <a:ext cx="6806363" cy="1749819"/>
          </a:xfrm>
        </p:spPr>
        <p:txBody>
          <a:bodyPr>
            <a:normAutofit/>
          </a:bodyPr>
          <a:lstStyle/>
          <a:p>
            <a:r>
              <a:rPr lang="pt-BR" sz="2400" dirty="0"/>
              <a:t>Portas exclusivas para uso interno.</a:t>
            </a:r>
          </a:p>
          <a:p>
            <a:r>
              <a:rPr lang="pt-BR" sz="2400" dirty="0"/>
              <a:t>Não pode ser pintada com fundo ou tinta a base de água.</a:t>
            </a:r>
          </a:p>
          <a:p>
            <a:r>
              <a:rPr lang="pt-BR" sz="2400" dirty="0"/>
              <a:t>Não podem sofrer alterações em suas medidas.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29573C4D-F20F-45FB-B3CF-E1B2289EC99E}"/>
              </a:ext>
            </a:extLst>
          </p:cNvPr>
          <p:cNvSpPr txBox="1">
            <a:spLocks/>
          </p:cNvSpPr>
          <p:nvPr/>
        </p:nvSpPr>
        <p:spPr>
          <a:xfrm>
            <a:off x="7269981" y="1416893"/>
            <a:ext cx="2322896" cy="3946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ESPECIFICAÇÕES</a:t>
            </a:r>
          </a:p>
        </p:txBody>
      </p:sp>
      <p:graphicFrame>
        <p:nvGraphicFramePr>
          <p:cNvPr id="10" name="Tabela 8">
            <a:extLst>
              <a:ext uri="{FF2B5EF4-FFF2-40B4-BE49-F238E27FC236}">
                <a16:creationId xmlns:a16="http://schemas.microsoft.com/office/drawing/2014/main" id="{AA9A15F6-388B-4D14-8008-7A4AB8AB6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732937"/>
              </p:ext>
            </p:extLst>
          </p:nvPr>
        </p:nvGraphicFramePr>
        <p:xfrm>
          <a:off x="5428747" y="3686476"/>
          <a:ext cx="6005361" cy="2926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1787">
                  <a:extLst>
                    <a:ext uri="{9D8B030D-6E8A-4147-A177-3AD203B41FA5}">
                      <a16:colId xmlns:a16="http://schemas.microsoft.com/office/drawing/2014/main" val="3753997784"/>
                    </a:ext>
                  </a:extLst>
                </a:gridCol>
                <a:gridCol w="2001787">
                  <a:extLst>
                    <a:ext uri="{9D8B030D-6E8A-4147-A177-3AD203B41FA5}">
                      <a16:colId xmlns:a16="http://schemas.microsoft.com/office/drawing/2014/main" val="1153258245"/>
                    </a:ext>
                  </a:extLst>
                </a:gridCol>
                <a:gridCol w="2001787">
                  <a:extLst>
                    <a:ext uri="{9D8B030D-6E8A-4147-A177-3AD203B41FA5}">
                      <a16:colId xmlns:a16="http://schemas.microsoft.com/office/drawing/2014/main" val="3919270967"/>
                    </a:ext>
                  </a:extLst>
                </a:gridCol>
              </a:tblGrid>
              <a:tr h="305297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TAMANHO PADRÕES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2396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Altura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Largura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Espessura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219197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2.10cm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60/62cm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30/35mm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4350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2.10cm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70/72cm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30/35mm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3412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2.10cm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80/82cm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30/35mm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49254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2.10cm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90/92cm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30/35mm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24612"/>
                  </a:ext>
                </a:extLst>
              </a:tr>
              <a:tr h="305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2.10cm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30/35mm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410668"/>
                  </a:ext>
                </a:extLst>
              </a:tr>
              <a:tr h="30529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PORTAS EM HDF 3mm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484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69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AF1E3-6393-4F3C-8359-222951FC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336885"/>
            <a:ext cx="11715702" cy="904775"/>
          </a:xfrm>
        </p:spPr>
        <p:txBody>
          <a:bodyPr>
            <a:normAutofit fontScale="90000"/>
          </a:bodyPr>
          <a:lstStyle/>
          <a:p>
            <a:r>
              <a:rPr lang="pt-BR" sz="4000" b="1" dirty="0"/>
              <a:t>Folha de Portas Lisas                    ESTRUTURA INTERNA DA PORTA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C81611B-E34C-4A35-A09C-44D2358E1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8" y="1241660"/>
            <a:ext cx="6516009" cy="375337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780C7E2-B845-411C-B131-817017761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215" y="1241660"/>
            <a:ext cx="5068007" cy="3334215"/>
          </a:xfrm>
          <a:prstGeom prst="rect">
            <a:avLst/>
          </a:prstGeom>
        </p:spPr>
      </p:pic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31F129B2-1DF5-4BAD-B581-ACF341842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189" y="5480650"/>
            <a:ext cx="6806363" cy="904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Próximos slides irá ter a especificação de cada uma que temos</a:t>
            </a:r>
          </a:p>
        </p:txBody>
      </p:sp>
    </p:spTree>
    <p:extLst>
      <p:ext uri="{BB962C8B-B14F-4D97-AF65-F5344CB8AC3E}">
        <p14:creationId xmlns:p14="http://schemas.microsoft.com/office/powerpoint/2010/main" val="52461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C69DC-DD38-4CA0-955F-B6CA9930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3" y="249622"/>
            <a:ext cx="10515600" cy="1325563"/>
          </a:xfrm>
        </p:spPr>
        <p:txBody>
          <a:bodyPr/>
          <a:lstStyle/>
          <a:p>
            <a:r>
              <a:rPr lang="pt-BR" dirty="0"/>
              <a:t>Ficha técnica Porta </a:t>
            </a:r>
            <a:r>
              <a:rPr lang="pt-BR" dirty="0" err="1"/>
              <a:t>Semi-Oca</a:t>
            </a:r>
            <a:r>
              <a:rPr lang="pt-BR" dirty="0"/>
              <a:t> (Virola)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A5C3E5-AD2C-4CC7-9659-B1CDE1546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710" y="1575185"/>
            <a:ext cx="6806707" cy="2488937"/>
          </a:xfrm>
        </p:spPr>
        <p:txBody>
          <a:bodyPr/>
          <a:lstStyle/>
          <a:p>
            <a:r>
              <a:rPr lang="pt-BR" dirty="0"/>
              <a:t>Quadro  em Pinus.</a:t>
            </a:r>
          </a:p>
          <a:p>
            <a:r>
              <a:rPr lang="pt-BR" dirty="0"/>
              <a:t>Sarrafo de compensado com reforço para fechadura e  dobradiça.</a:t>
            </a:r>
          </a:p>
          <a:p>
            <a:r>
              <a:rPr lang="pt-BR" dirty="0" err="1"/>
              <a:t>Contra-Capa</a:t>
            </a:r>
            <a:r>
              <a:rPr lang="pt-BR" dirty="0"/>
              <a:t> laminado.</a:t>
            </a:r>
          </a:p>
          <a:p>
            <a:r>
              <a:rPr lang="pt-BR" dirty="0"/>
              <a:t>Capa de virola/</a:t>
            </a:r>
            <a:r>
              <a:rPr lang="pt-BR" dirty="0" err="1"/>
              <a:t>amescla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486374-87DA-45F7-AA85-A35C2FCE3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63" y="1318759"/>
            <a:ext cx="2246784" cy="509519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54CCC0C-8207-4E3F-A9B1-A89A2CB9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547" y="1542448"/>
            <a:ext cx="1982900" cy="464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61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F19C57F-60EA-454D-9EA4-43CCAA326983}"/>
              </a:ext>
            </a:extLst>
          </p:cNvPr>
          <p:cNvSpPr txBox="1">
            <a:spLocks/>
          </p:cNvSpPr>
          <p:nvPr/>
        </p:nvSpPr>
        <p:spPr>
          <a:xfrm>
            <a:off x="288759" y="172443"/>
            <a:ext cx="69398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Ficha técnica Porta Sólida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E804255C-ADD1-4048-B649-774A1CC50235}"/>
              </a:ext>
            </a:extLst>
          </p:cNvPr>
          <p:cNvSpPr txBox="1">
            <a:spLocks/>
          </p:cNvSpPr>
          <p:nvPr/>
        </p:nvSpPr>
        <p:spPr>
          <a:xfrm>
            <a:off x="4385109" y="1661811"/>
            <a:ext cx="5668477" cy="2910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Quadro em Pinus.</a:t>
            </a:r>
          </a:p>
          <a:p>
            <a:r>
              <a:rPr lang="pt-BR" dirty="0"/>
              <a:t>Painel de madeira maciça Pinus.</a:t>
            </a:r>
          </a:p>
          <a:p>
            <a:r>
              <a:rPr lang="pt-BR" dirty="0" err="1"/>
              <a:t>Contra-Capa</a:t>
            </a:r>
            <a:r>
              <a:rPr lang="pt-BR" dirty="0"/>
              <a:t> laminada de Pinus.</a:t>
            </a:r>
          </a:p>
          <a:p>
            <a:r>
              <a:rPr lang="pt-BR" dirty="0"/>
              <a:t>Capas disponíveis: Virola, </a:t>
            </a:r>
            <a:r>
              <a:rPr lang="pt-BR" dirty="0" err="1"/>
              <a:t>Curupixá</a:t>
            </a:r>
            <a:r>
              <a:rPr lang="pt-BR" dirty="0"/>
              <a:t>, </a:t>
            </a:r>
            <a:r>
              <a:rPr lang="pt-BR" dirty="0" err="1"/>
              <a:t>Tauari</a:t>
            </a:r>
            <a:r>
              <a:rPr lang="pt-BR" dirty="0"/>
              <a:t> e Ipê.</a:t>
            </a:r>
          </a:p>
          <a:p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6F0BA8-D11E-46B2-B895-ACACDAD6E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7857"/>
            <a:ext cx="4385109" cy="438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55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24A6D75-710E-4D26-AAD3-83E2DA76F72F}"/>
              </a:ext>
            </a:extLst>
          </p:cNvPr>
          <p:cNvSpPr txBox="1">
            <a:spLocks/>
          </p:cNvSpPr>
          <p:nvPr/>
        </p:nvSpPr>
        <p:spPr>
          <a:xfrm>
            <a:off x="288758" y="172443"/>
            <a:ext cx="97648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Ficha técnica Porta Lisa </a:t>
            </a:r>
            <a:r>
              <a:rPr lang="pt-BR" dirty="0" err="1"/>
              <a:t>class</a:t>
            </a:r>
            <a:r>
              <a:rPr lang="pt-BR" dirty="0"/>
              <a:t> para Verniz.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550DF8B-7EFA-4DC7-B50D-8FB299F13F46}"/>
              </a:ext>
            </a:extLst>
          </p:cNvPr>
          <p:cNvSpPr txBox="1">
            <a:spLocks/>
          </p:cNvSpPr>
          <p:nvPr/>
        </p:nvSpPr>
        <p:spPr>
          <a:xfrm>
            <a:off x="5171171" y="1504096"/>
            <a:ext cx="5668477" cy="3853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Quadro em Pinus.</a:t>
            </a:r>
          </a:p>
          <a:p>
            <a:r>
              <a:rPr lang="pt-BR" dirty="0"/>
              <a:t>Capa Laminada.</a:t>
            </a:r>
          </a:p>
          <a:p>
            <a:r>
              <a:rPr lang="pt-BR" dirty="0" err="1"/>
              <a:t>Contra-Capa</a:t>
            </a:r>
            <a:r>
              <a:rPr lang="pt-BR" dirty="0"/>
              <a:t> em HDF.</a:t>
            </a:r>
          </a:p>
          <a:p>
            <a:r>
              <a:rPr lang="pt-BR" dirty="0"/>
              <a:t>Reforço para fechadura e dobradiça.</a:t>
            </a:r>
          </a:p>
          <a:p>
            <a:r>
              <a:rPr lang="pt-BR" dirty="0"/>
              <a:t>Filete nas Bordas e Embalagem</a:t>
            </a:r>
          </a:p>
          <a:p>
            <a:r>
              <a:rPr lang="pt-BR" dirty="0"/>
              <a:t>Capas disponíveis: </a:t>
            </a:r>
            <a:r>
              <a:rPr lang="pt-BR" dirty="0" err="1"/>
              <a:t>Curupixá</a:t>
            </a:r>
            <a:r>
              <a:rPr lang="pt-BR" dirty="0"/>
              <a:t>, </a:t>
            </a:r>
            <a:r>
              <a:rPr lang="pt-BR" dirty="0" err="1"/>
              <a:t>Tauari</a:t>
            </a:r>
            <a:r>
              <a:rPr lang="pt-BR" dirty="0"/>
              <a:t> e Ipê.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AB9CB3-4199-4A2E-B05C-37D14997C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9522"/>
            <a:ext cx="3718560" cy="46482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EBC243F-A7D2-4140-812A-10078F825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660" y="1173847"/>
            <a:ext cx="2153316" cy="465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2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0E4662AB-EDFD-4017-9D9D-82A00F6A2EFE}"/>
              </a:ext>
            </a:extLst>
          </p:cNvPr>
          <p:cNvSpPr txBox="1">
            <a:spLocks/>
          </p:cNvSpPr>
          <p:nvPr/>
        </p:nvSpPr>
        <p:spPr>
          <a:xfrm>
            <a:off x="288758" y="172443"/>
            <a:ext cx="109631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Ficha técnica Porta Lisa comercial para Verniz. 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EA0560D3-F922-4B16-B728-9D7C97B4CAD8}"/>
              </a:ext>
            </a:extLst>
          </p:cNvPr>
          <p:cNvSpPr txBox="1">
            <a:spLocks/>
          </p:cNvSpPr>
          <p:nvPr/>
        </p:nvSpPr>
        <p:spPr>
          <a:xfrm>
            <a:off x="5171171" y="1504096"/>
            <a:ext cx="5668477" cy="4425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Quadro em Pinus.</a:t>
            </a:r>
          </a:p>
          <a:p>
            <a:r>
              <a:rPr lang="pt-BR" dirty="0"/>
              <a:t>Laminada Faqueada.</a:t>
            </a:r>
          </a:p>
          <a:p>
            <a:r>
              <a:rPr lang="pt-BR" dirty="0" err="1"/>
              <a:t>Contra-Capa</a:t>
            </a:r>
            <a:r>
              <a:rPr lang="pt-BR" dirty="0"/>
              <a:t> Torneada.</a:t>
            </a:r>
          </a:p>
          <a:p>
            <a:r>
              <a:rPr lang="pt-BR" dirty="0"/>
              <a:t>Reforço para fechadura e dobradiça.</a:t>
            </a:r>
          </a:p>
          <a:p>
            <a:r>
              <a:rPr lang="pt-BR" dirty="0"/>
              <a:t>Filete nas Bordas e Embalagem.</a:t>
            </a:r>
          </a:p>
          <a:p>
            <a:r>
              <a:rPr lang="pt-BR" dirty="0"/>
              <a:t>Enchimento sarrafo e compensado.</a:t>
            </a:r>
          </a:p>
          <a:p>
            <a:r>
              <a:rPr lang="pt-BR" dirty="0"/>
              <a:t>Capas disponíveis: </a:t>
            </a:r>
            <a:r>
              <a:rPr lang="pt-BR" dirty="0" err="1"/>
              <a:t>Curupixá</a:t>
            </a:r>
            <a:r>
              <a:rPr lang="pt-BR" dirty="0"/>
              <a:t>, </a:t>
            </a:r>
            <a:r>
              <a:rPr lang="pt-BR" dirty="0" err="1"/>
              <a:t>Tauari</a:t>
            </a:r>
            <a:r>
              <a:rPr lang="pt-BR" dirty="0"/>
              <a:t> e Ipê.</a:t>
            </a:r>
          </a:p>
          <a:p>
            <a:r>
              <a:rPr lang="pt-BR" dirty="0"/>
              <a:t>Seria uma porta mais em conta que a class.</a:t>
            </a:r>
          </a:p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2C82B3B-B949-446B-B612-12391BA99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9522"/>
            <a:ext cx="3718560" cy="46482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B3953D8-2BFF-4B45-A3BC-7F2AA155D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660" y="1173847"/>
            <a:ext cx="2153316" cy="465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3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FAB89A4-8260-4F86-847D-CD17CE02C53B}"/>
              </a:ext>
            </a:extLst>
          </p:cNvPr>
          <p:cNvSpPr txBox="1">
            <a:spLocks/>
          </p:cNvSpPr>
          <p:nvPr/>
        </p:nvSpPr>
        <p:spPr>
          <a:xfrm>
            <a:off x="288758" y="172443"/>
            <a:ext cx="109631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Ficha técnica Porta Camarão para Verniz.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E58A536C-E950-41BA-A5E2-51579A627584}"/>
              </a:ext>
            </a:extLst>
          </p:cNvPr>
          <p:cNvSpPr txBox="1">
            <a:spLocks/>
          </p:cNvSpPr>
          <p:nvPr/>
        </p:nvSpPr>
        <p:spPr>
          <a:xfrm>
            <a:off x="5171171" y="1504096"/>
            <a:ext cx="5668477" cy="442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Quadro em Pinus.</a:t>
            </a:r>
          </a:p>
          <a:p>
            <a:r>
              <a:rPr lang="pt-BR" dirty="0"/>
              <a:t>Laminada Faqueada.</a:t>
            </a:r>
          </a:p>
          <a:p>
            <a:r>
              <a:rPr lang="pt-BR" dirty="0" err="1"/>
              <a:t>Contra-Capa</a:t>
            </a:r>
            <a:r>
              <a:rPr lang="pt-BR" dirty="0"/>
              <a:t> Torneada.</a:t>
            </a:r>
          </a:p>
          <a:p>
            <a:r>
              <a:rPr lang="pt-BR" dirty="0"/>
              <a:t>Reforço para fechadura e dobradiça.</a:t>
            </a:r>
          </a:p>
          <a:p>
            <a:r>
              <a:rPr lang="pt-BR" dirty="0"/>
              <a:t>Filete nas Bordas e Embalagem.</a:t>
            </a:r>
          </a:p>
          <a:p>
            <a:r>
              <a:rPr lang="pt-BR" dirty="0"/>
              <a:t>Enchimento sarrafo e compensado.</a:t>
            </a:r>
          </a:p>
          <a:p>
            <a:r>
              <a:rPr lang="pt-BR" dirty="0"/>
              <a:t>Capas disponíveis: </a:t>
            </a:r>
            <a:r>
              <a:rPr lang="pt-BR" dirty="0" err="1"/>
              <a:t>Curupixá</a:t>
            </a:r>
            <a:r>
              <a:rPr lang="pt-BR" dirty="0"/>
              <a:t>, </a:t>
            </a:r>
            <a:r>
              <a:rPr lang="pt-BR" dirty="0" err="1"/>
              <a:t>Tauari</a:t>
            </a:r>
            <a:r>
              <a:rPr lang="pt-BR" dirty="0"/>
              <a:t> e Ipê.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FD0493-2DCD-473A-9C1C-FA23C36BB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9" y="1169206"/>
            <a:ext cx="4519587" cy="45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3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619</Words>
  <Application>Microsoft Office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Ficha Técnica Portas</vt:lpstr>
      <vt:lpstr>Ficha técnica Kit BELLYPLAC</vt:lpstr>
      <vt:lpstr>Ficha técnica Kit BELLYPLAC</vt:lpstr>
      <vt:lpstr>Ficha técnica BELLYPLAC e BELLYPLAC FRISADA</vt:lpstr>
      <vt:lpstr>Ficha técnica Porta Frisada</vt:lpstr>
      <vt:lpstr>Folha de Portas Lisas                    ESTRUTURA INTERNA DA PORTA</vt:lpstr>
      <vt:lpstr>Ficha técnica Porta Semi-Oca (Virola)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Técnica Portas</dc:title>
  <dc:creator>Admin</dc:creator>
  <cp:lastModifiedBy>Admin</cp:lastModifiedBy>
  <cp:revision>10</cp:revision>
  <cp:lastPrinted>2026-05-25T18:38:59Z</cp:lastPrinted>
  <dcterms:created xsi:type="dcterms:W3CDTF">2026-05-25T16:27:28Z</dcterms:created>
  <dcterms:modified xsi:type="dcterms:W3CDTF">2026-05-25T18:39:02Z</dcterms:modified>
</cp:coreProperties>
</file>